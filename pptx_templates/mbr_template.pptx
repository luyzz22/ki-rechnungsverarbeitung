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Monthly Business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{{MBR_MONTH}}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KPIs &amp;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486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{{COVERAGE_NOTE}}</a:t>
            </a:r>
          </a:p>
          <a:p>
            <a:r>
              <a:t>Rechnungen: {{INVOICE_COUNT}}</a:t>
            </a:r>
          </a:p>
          <a:p>
            <a:r>
              <a:t>Netto: {{TOTAL_NET}}</a:t>
            </a:r>
          </a:p>
          <a:p>
            <a:r>
              <a:t>Brutto: {{TOTAL_GROSS}}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548640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{{TOP_SUPPLIERS_TABLE}}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651760"/>
            <a:ext cx="51206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{{BUDGET_CHART}}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