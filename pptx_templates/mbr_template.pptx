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Monthly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SBS MBR (Template Placeholder)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KPIs (Placeholder Tokens)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{{MBR_MONTH}}</a:t>
            </a:r>
          </a:p>
          <a:p>
            <a:r>
              <a:t>Total Netto: {{TOTAL_NET}}</a:t>
            </a:r>
          </a:p>
          <a:p>
            <a:r>
              <a:t>Top Suppliers: {{TOP_SUPPLIERS_TABLE}}</a:t>
            </a:r>
          </a:p>
          <a:p>
            <a:r>
              <a:t>Budget Chart: {{BUDGET_CHART}}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