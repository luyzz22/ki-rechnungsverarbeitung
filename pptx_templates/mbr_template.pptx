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91440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Monthly Business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B900"/>
                </a:solidFill>
              </a:defRPr>
            </a:pPr>
            <a:r>
              <a:t>{{MBR_MONTH}}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SBS Deutschland GmbH &amp; Co. KG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3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3856"/>
                </a:solidFill>
              </a:defRPr>
            </a:pPr>
            <a:r>
              <a:t>Executive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474720" cy="13716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📄 Rechnungen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856"/>
                </a:solidFill>
              </a:defRPr>
            </a:pPr>
            <a:r>
              <a:t>{{INVOICE_COUNT}}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71600"/>
            <a:ext cx="3474720" cy="13716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55448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💰 Netto Gesamt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01168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856"/>
                </a:solidFill>
              </a:defRPr>
            </a:pPr>
            <a:r>
              <a:t>{{TOTAL_NET}}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371600"/>
            <a:ext cx="3474720" cy="13716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55448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💵 Brutto Gesamt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01168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856"/>
                </a:solidFill>
              </a:defRPr>
            </a:pPr>
            <a:r>
              <a:t>{{TOTAL_GROSS}}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0040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{{EXEC_SUMMARY_BULLETS}}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3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3856"/>
                </a:solidFill>
              </a:defRPr>
            </a:pPr>
            <a:r>
              <a:t>🏢 Top Lieferanten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6400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{{TOP_SUPPLIERS_TABLE}}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{{SUPPLIER_INSIGHTS_BULLETS}}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3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3856"/>
                </a:solidFill>
              </a:defRPr>
            </a:pPr>
            <a:r>
              <a:t>💰 Budget-Analyse: Soll vs. 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{{BUDGET_CHART}}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37160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{{BUDGET_INSIGHTS_BULLETS}}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3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3856"/>
                </a:solidFill>
              </a:defRPr>
            </a:pPr>
            <a:r>
              <a:t>📊 KPI-Analyse &amp;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{{KPI_COMMENTARY_BULLETS}}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3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3856"/>
                </a:solidFill>
              </a:defRPr>
            </a:pPr>
            <a:r>
              <a:t>⚠️ Risiken &amp; Maßnahmen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3545"/>
                </a:solidFill>
              </a:defRPr>
            </a:pPr>
            <a:r>
              <a:t>Identifizierte Risiken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• Risikoanalyse wird durch KI generiert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8A745"/>
                </a:solidFill>
              </a:defRPr>
            </a:pPr>
            <a:r>
              <a:t>Empfohlene Maßnahmen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• Maßnahmen werden durch KI generiert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91440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Zusammenfassung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{{CLOSING_STATEMENT}}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B4"/>
                </a:solidFill>
              </a:defRPr>
            </a:pPr>
            <a:r>
              <a:t>{{COVERAGE_NOTE}}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